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9" r:id="rId4"/>
    <p:sldId id="260" r:id="rId6"/>
    <p:sldId id="257" r:id="rId7"/>
    <p:sldId id="258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9"/>
    <p:restoredTop sz="94658"/>
  </p:normalViewPr>
  <p:slideViewPr>
    <p:cSldViewPr snapToGrid="0">
      <p:cViewPr varScale="1">
        <p:scale>
          <a:sx n="78" d="100"/>
          <a:sy n="78" d="100"/>
        </p:scale>
        <p:origin x="200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将分为七个部分。首先，我会介绍项目的研究背景以及当前行业存在的痛点问题。其次，阐述我们的设计需求和具体指标。接着，详细说明方案的设计思路和核心元件的比选过程。之后，展示工装的整体结构设计和成本核算情况。第五部分将介绍加工工艺与误差控制措施。第六部分是样机的现场测试与数据分析。最后，对整个项目进行总结并对未来改进方向进行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</a:pPr>
            <a:r>
              <a:rPr lang="en-US" altLang="zh-CN" sz="1200" b="0" i="0" u="none" strike="noStrike" dirty="0">
                <a:solidFill>
                  <a:srgbClr val="000000"/>
                </a:solidFill>
              </a:rPr>
              <a:t>现在，让我们进入第一章的学习：初识隔离开关。在这一章，我们将了解隔离开关的基本定义，并对GW4-126DW型号有一个整体的认识。</a:t>
            </a:r>
            <a:endParaRPr lang="en-US" altLang="zh-CN" sz="12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55F3A93-E4BB-8E42-9493-819EFDFAC279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7.jpeg"/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封面背景" descr="常用标识及文件7755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255" y="0"/>
            <a:ext cx="12187555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lang="zh-CN" altLang="en-US" sz="5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9" name="衬饰" descr="常用标识及文件5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160" y="5874385"/>
            <a:ext cx="12202160" cy="708025"/>
          </a:xfrm>
          <a:prstGeom prst="rect">
            <a:avLst/>
          </a:prstGeom>
        </p:spPr>
      </p:pic>
      <p:pic>
        <p:nvPicPr>
          <p:cNvPr id="10" name="中文Slogan" descr="常用标识及文件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733280" y="5059680"/>
            <a:ext cx="1975485" cy="732790"/>
          </a:xfrm>
          <a:prstGeom prst="rect">
            <a:avLst/>
          </a:prstGeom>
        </p:spPr>
      </p:pic>
      <p:pic>
        <p:nvPicPr>
          <p:cNvPr id="11" name="英文Slogan" descr="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915525" y="397510"/>
            <a:ext cx="1882140" cy="278765"/>
          </a:xfrm>
          <a:prstGeom prst="rect">
            <a:avLst/>
          </a:prstGeom>
        </p:spPr>
      </p:pic>
      <p:pic>
        <p:nvPicPr>
          <p:cNvPr id="13" name="Logo" descr="西安技师学院西电机电学院简称LOGO1"/>
          <p:cNvPicPr>
            <a:picLocks noChangeAspect="1"/>
          </p:cNvPicPr>
          <p:nvPr userDrawn="1"/>
        </p:nvPicPr>
        <p:blipFill>
          <a:blip r:embed="rId6">
            <a:biLevel thresh="25000"/>
          </a:blip>
          <a:stretch>
            <a:fillRect/>
          </a:stretch>
        </p:blipFill>
        <p:spPr>
          <a:xfrm>
            <a:off x="421005" y="266700"/>
            <a:ext cx="2942590" cy="8985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7" name="图片 6" descr="常用标识及文件66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033270"/>
            <a:ext cx="12192000" cy="2674620"/>
          </a:xfrm>
          <a:prstGeom prst="rect">
            <a:avLst/>
          </a:prstGeom>
        </p:spPr>
      </p:pic>
      <p:pic>
        <p:nvPicPr>
          <p:cNvPr id="8" name="图片 7" descr="常用标识及文件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089525" y="2510155"/>
            <a:ext cx="2778125" cy="103060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596128"/>
            <a:ext cx="12192000" cy="126187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片 8" descr="西安技师学院西电机电学院简称LOGO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9815" y="5149850"/>
            <a:ext cx="2793365" cy="8528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zh-CN" altLang="en-US"/>
              <a:t>单击图标添加图片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5.png"/><Relationship Id="rId12" Type="http://schemas.openxmlformats.org/officeDocument/2006/relationships/image" Target="../media/image8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DF766-BEF3-B84D-B29F-AC71F37815F3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A6EB2-0DA6-D44E-9F19-9B6A358586E3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7" name="图片 6" descr="常用标识及文件55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5815330"/>
            <a:ext cx="12192000" cy="628650"/>
          </a:xfrm>
          <a:prstGeom prst="rect">
            <a:avLst/>
          </a:prstGeom>
        </p:spPr>
      </p:pic>
      <p:pic>
        <p:nvPicPr>
          <p:cNvPr id="8" name="图片 7" descr="西安技师学院西电机电学院简称LOGO1"/>
          <p:cNvPicPr>
            <a:picLocks noChangeAspect="1"/>
          </p:cNvPicPr>
          <p:nvPr/>
        </p:nvPicPr>
        <p:blipFill>
          <a:blip r:embed="rId13">
            <a:biLevel thresh="25000"/>
          </a:blip>
          <a:stretch>
            <a:fillRect/>
          </a:stretch>
        </p:blipFill>
        <p:spPr>
          <a:xfrm>
            <a:off x="69850" y="5887085"/>
            <a:ext cx="1589405" cy="48514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AutoShape 4"/>
          <p:cNvSpPr/>
          <p:nvPr/>
        </p:nvSpPr>
        <p:spPr>
          <a:xfrm>
            <a:off x="571500" y="1054100"/>
            <a:ext cx="2298700" cy="1320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dist">
              <a:lnSpc>
                <a:spcPct val="100000"/>
              </a:lnSpc>
              <a:defRPr/>
            </a:pPr>
            <a:r>
              <a:rPr lang="en-US" sz="8000" b="1" i="0" u="none" strike="noStrike">
                <a:solidFill>
                  <a:srgbClr val="595959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目录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71500" y="2209800"/>
            <a:ext cx="2298700" cy="3683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dist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80808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CONTENTS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 rot="5400000">
            <a:off x="1498600" y="1003300"/>
            <a:ext cx="406400" cy="3416300"/>
          </a:xfrm>
          <a:prstGeom prst="roundRect">
            <a:avLst>
              <a:gd name="adj" fmla="val 0"/>
            </a:avLst>
          </a:prstGeom>
          <a:solidFill>
            <a:srgbClr val="0084C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5207000" y="2235200"/>
            <a:ext cx="431800" cy="647700"/>
          </a:xfrm>
          <a:prstGeom prst="roundRect">
            <a:avLst>
              <a:gd name="adj" fmla="val 0"/>
            </a:avLst>
          </a:prstGeom>
          <a:solidFill>
            <a:srgbClr val="188BA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 rot="10800000" flipV="1">
            <a:off x="5384800" y="2413000"/>
            <a:ext cx="635000" cy="469900"/>
          </a:xfrm>
          <a:prstGeom prst="roundRect">
            <a:avLst>
              <a:gd name="adj" fmla="val 0"/>
            </a:avLst>
          </a:prstGeom>
          <a:solidFill>
            <a:srgbClr val="0786C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359400" y="2400300"/>
            <a:ext cx="787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01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35700" y="24257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04040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项目背景与问题提出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219700" y="3238500"/>
            <a:ext cx="431800" cy="647700"/>
          </a:xfrm>
          <a:prstGeom prst="roundRect">
            <a:avLst>
              <a:gd name="adj" fmla="val 0"/>
            </a:avLst>
          </a:prstGeom>
          <a:solidFill>
            <a:srgbClr val="188BA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 rot="10800000" flipV="1">
            <a:off x="5397500" y="3416300"/>
            <a:ext cx="635000" cy="469900"/>
          </a:xfrm>
          <a:prstGeom prst="roundRect">
            <a:avLst>
              <a:gd name="adj" fmla="val 0"/>
            </a:avLst>
          </a:prstGeom>
          <a:solidFill>
            <a:srgbClr val="0786C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5372100" y="3403600"/>
            <a:ext cx="787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48400" y="3429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04040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需求分析与设计指标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232400" y="4165600"/>
            <a:ext cx="431800" cy="647700"/>
          </a:xfrm>
          <a:prstGeom prst="roundRect">
            <a:avLst>
              <a:gd name="adj" fmla="val 0"/>
            </a:avLst>
          </a:prstGeom>
          <a:solidFill>
            <a:srgbClr val="188BA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 rot="10800000" flipV="1">
            <a:off x="5410200" y="4343400"/>
            <a:ext cx="635000" cy="469900"/>
          </a:xfrm>
          <a:prstGeom prst="roundRect">
            <a:avLst>
              <a:gd name="adj" fmla="val 0"/>
            </a:avLst>
          </a:prstGeom>
          <a:solidFill>
            <a:srgbClr val="0786C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5384800" y="4368800"/>
            <a:ext cx="787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03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61100" y="43561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04040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方案设计与比选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6875">
            <a:off x="5207006" y="5200650"/>
            <a:ext cx="635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CDC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2" name="矩形 3"/>
          <p:cNvSpPr/>
          <p:nvPr/>
        </p:nvSpPr>
        <p:spPr>
          <a:xfrm rot="5400000">
            <a:off x="4745904" y="-4773263"/>
            <a:ext cx="2697515" cy="12189277"/>
          </a:xfrm>
          <a:custGeom>
            <a:avLst/>
            <a:gdLst/>
            <a:ahLst/>
            <a:cxnLst/>
            <a:rect l="l" t="t" r="r" b="b"/>
            <a:pathLst>
              <a:path w="4106964" h="4299942">
                <a:moveTo>
                  <a:pt x="0" y="0"/>
                </a:moveTo>
                <a:lnTo>
                  <a:pt x="3398556" y="0"/>
                </a:lnTo>
                <a:lnTo>
                  <a:pt x="4106964" y="1472607"/>
                </a:lnTo>
                <a:lnTo>
                  <a:pt x="2724810" y="4299942"/>
                </a:lnTo>
                <a:lnTo>
                  <a:pt x="0" y="4299942"/>
                </a:lnTo>
                <a:close/>
              </a:path>
            </a:pathLst>
          </a:custGeom>
          <a:solidFill>
            <a:srgbClr val="58B5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3" name="矩形 3"/>
          <p:cNvSpPr/>
          <p:nvPr/>
        </p:nvSpPr>
        <p:spPr>
          <a:xfrm rot="5400000">
            <a:off x="4765544" y="-4792906"/>
            <a:ext cx="2660915" cy="12192001"/>
          </a:xfrm>
          <a:custGeom>
            <a:avLst/>
            <a:gdLst/>
            <a:ahLst/>
            <a:cxnLst/>
            <a:rect l="l" t="t" r="r" b="b"/>
            <a:pathLst>
              <a:path w="3545130" h="4299942">
                <a:moveTo>
                  <a:pt x="0" y="0"/>
                </a:moveTo>
                <a:lnTo>
                  <a:pt x="2836722" y="0"/>
                </a:lnTo>
                <a:lnTo>
                  <a:pt x="3545130" y="1472607"/>
                </a:lnTo>
                <a:lnTo>
                  <a:pt x="2162976" y="4299942"/>
                </a:lnTo>
                <a:lnTo>
                  <a:pt x="0" y="4299942"/>
                </a:lnTo>
                <a:close/>
              </a:path>
            </a:pathLst>
          </a:custGeom>
          <a:gradFill flip="none" rotWithShape="1">
            <a:gsLst>
              <a:gs pos="0">
                <a:srgbClr val="529D49"/>
              </a:gs>
              <a:gs pos="100000">
                <a:srgbClr val="0084CD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" name="TextBox 9"/>
          <p:cNvSpPr txBox="1"/>
          <p:nvPr/>
        </p:nvSpPr>
        <p:spPr>
          <a:xfrm>
            <a:off x="7390251" y="1921987"/>
            <a:ext cx="139407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  <a:latin typeface="+mn-ea"/>
                <a:cs typeface="+mn-ea"/>
                <a:sym typeface="+mn-lt"/>
              </a:rPr>
              <a:t>PART</a:t>
            </a:r>
            <a:endParaRPr lang="zh-CN" altLang="en-US" sz="3200" dirty="0">
              <a:solidFill>
                <a:schemeClr val="bg1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5" name="TextBox 10"/>
          <p:cNvSpPr txBox="1"/>
          <p:nvPr/>
        </p:nvSpPr>
        <p:spPr>
          <a:xfrm>
            <a:off x="6864090" y="425286"/>
            <a:ext cx="2438281" cy="1897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735" dirty="0">
                <a:solidFill>
                  <a:schemeClr val="bg1"/>
                </a:solidFill>
                <a:latin typeface="+mn-ea"/>
                <a:cs typeface="+mn-ea"/>
                <a:sym typeface="+mn-lt"/>
              </a:rPr>
              <a:t>01</a:t>
            </a:r>
            <a:endParaRPr lang="zh-CN" altLang="en-US" sz="11735" dirty="0">
              <a:solidFill>
                <a:schemeClr val="bg1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6" name="TextBox 11"/>
          <p:cNvSpPr txBox="1"/>
          <p:nvPr/>
        </p:nvSpPr>
        <p:spPr>
          <a:xfrm>
            <a:off x="4323901" y="4478432"/>
            <a:ext cx="3844290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1"/>
            <a:r>
              <a:rPr lang="zh-CN" altLang="en-US" sz="4800" b="1" dirty="0">
                <a:latin typeface="+mn-ea"/>
                <a:sym typeface="+mn-lt"/>
              </a:rPr>
              <a:t>初识隔离开关</a:t>
            </a:r>
            <a:endParaRPr lang="zh-CN" altLang="en-US" sz="4800" b="1" dirty="0">
              <a:solidFill>
                <a:srgbClr val="0070C0"/>
              </a:solidFill>
              <a:latin typeface="+mn-ea"/>
              <a:cs typeface="+mn-ea"/>
              <a:sym typeface="+mn-lt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5447490" y="2923280"/>
            <a:ext cx="1297021" cy="1169411"/>
            <a:chOff x="4634991" y="2138335"/>
            <a:chExt cx="428348" cy="386204"/>
          </a:xfrm>
        </p:grpSpPr>
        <p:sp>
          <p:nvSpPr>
            <p:cNvPr id="8" name="Freeform 5"/>
            <p:cNvSpPr/>
            <p:nvPr/>
          </p:nvSpPr>
          <p:spPr bwMode="auto">
            <a:xfrm>
              <a:off x="4634991" y="2138335"/>
              <a:ext cx="428348" cy="386204"/>
            </a:xfrm>
            <a:custGeom>
              <a:avLst/>
              <a:gdLst>
                <a:gd name="T0" fmla="*/ 2151 w 2740"/>
                <a:gd name="T1" fmla="*/ 2315 h 2446"/>
                <a:gd name="T2" fmla="*/ 2055 w 2740"/>
                <a:gd name="T3" fmla="*/ 2410 h 2446"/>
                <a:gd name="T4" fmla="*/ 1918 w 2740"/>
                <a:gd name="T5" fmla="*/ 2445 h 2446"/>
                <a:gd name="T6" fmla="*/ 816 w 2740"/>
                <a:gd name="T7" fmla="*/ 2445 h 2446"/>
                <a:gd name="T8" fmla="*/ 685 w 2740"/>
                <a:gd name="T9" fmla="*/ 2410 h 2446"/>
                <a:gd name="T10" fmla="*/ 589 w 2740"/>
                <a:gd name="T11" fmla="*/ 2314 h 2446"/>
                <a:gd name="T12" fmla="*/ 36 w 2740"/>
                <a:gd name="T13" fmla="*/ 1356 h 2446"/>
                <a:gd name="T14" fmla="*/ 0 w 2740"/>
                <a:gd name="T15" fmla="*/ 1223 h 2446"/>
                <a:gd name="T16" fmla="*/ 36 w 2740"/>
                <a:gd name="T17" fmla="*/ 1089 h 2446"/>
                <a:gd name="T18" fmla="*/ 587 w 2740"/>
                <a:gd name="T19" fmla="*/ 135 h 2446"/>
                <a:gd name="T20" fmla="*/ 685 w 2740"/>
                <a:gd name="T21" fmla="*/ 37 h 2446"/>
                <a:gd name="T22" fmla="*/ 810 w 2740"/>
                <a:gd name="T23" fmla="*/ 1 h 2446"/>
                <a:gd name="T24" fmla="*/ 1916 w 2740"/>
                <a:gd name="T25" fmla="*/ 1 h 2446"/>
                <a:gd name="T26" fmla="*/ 2055 w 2740"/>
                <a:gd name="T27" fmla="*/ 37 h 2446"/>
                <a:gd name="T28" fmla="*/ 2151 w 2740"/>
                <a:gd name="T29" fmla="*/ 132 h 2446"/>
                <a:gd name="T30" fmla="*/ 2702 w 2740"/>
                <a:gd name="T31" fmla="*/ 1086 h 2446"/>
                <a:gd name="T32" fmla="*/ 2740 w 2740"/>
                <a:gd name="T33" fmla="*/ 1223 h 2446"/>
                <a:gd name="T34" fmla="*/ 2701 w 2740"/>
                <a:gd name="T35" fmla="*/ 1361 h 2446"/>
                <a:gd name="T36" fmla="*/ 2151 w 2740"/>
                <a:gd name="T37" fmla="*/ 2315 h 2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740" h="2446">
                  <a:moveTo>
                    <a:pt x="2151" y="2315"/>
                  </a:moveTo>
                  <a:cubicBezTo>
                    <a:pt x="2128" y="2353"/>
                    <a:pt x="2096" y="2386"/>
                    <a:pt x="2055" y="2410"/>
                  </a:cubicBezTo>
                  <a:cubicBezTo>
                    <a:pt x="2012" y="2435"/>
                    <a:pt x="1965" y="2446"/>
                    <a:pt x="1918" y="2445"/>
                  </a:cubicBezTo>
                  <a:lnTo>
                    <a:pt x="816" y="2445"/>
                  </a:lnTo>
                  <a:cubicBezTo>
                    <a:pt x="772" y="2445"/>
                    <a:pt x="726" y="2434"/>
                    <a:pt x="685" y="2410"/>
                  </a:cubicBezTo>
                  <a:cubicBezTo>
                    <a:pt x="644" y="2386"/>
                    <a:pt x="611" y="2353"/>
                    <a:pt x="589" y="2314"/>
                  </a:cubicBezTo>
                  <a:lnTo>
                    <a:pt x="36" y="1356"/>
                  </a:lnTo>
                  <a:cubicBezTo>
                    <a:pt x="13" y="1317"/>
                    <a:pt x="0" y="1272"/>
                    <a:pt x="0" y="1223"/>
                  </a:cubicBezTo>
                  <a:cubicBezTo>
                    <a:pt x="0" y="1174"/>
                    <a:pt x="13" y="1129"/>
                    <a:pt x="36" y="1089"/>
                  </a:cubicBezTo>
                  <a:lnTo>
                    <a:pt x="587" y="135"/>
                  </a:lnTo>
                  <a:cubicBezTo>
                    <a:pt x="610" y="96"/>
                    <a:pt x="643" y="61"/>
                    <a:pt x="685" y="37"/>
                  </a:cubicBezTo>
                  <a:cubicBezTo>
                    <a:pt x="724" y="14"/>
                    <a:pt x="767" y="2"/>
                    <a:pt x="810" y="1"/>
                  </a:cubicBezTo>
                  <a:lnTo>
                    <a:pt x="1916" y="1"/>
                  </a:lnTo>
                  <a:cubicBezTo>
                    <a:pt x="1963" y="0"/>
                    <a:pt x="2011" y="11"/>
                    <a:pt x="2055" y="37"/>
                  </a:cubicBezTo>
                  <a:cubicBezTo>
                    <a:pt x="2096" y="60"/>
                    <a:pt x="2129" y="93"/>
                    <a:pt x="2151" y="132"/>
                  </a:cubicBezTo>
                  <a:lnTo>
                    <a:pt x="2702" y="1086"/>
                  </a:lnTo>
                  <a:cubicBezTo>
                    <a:pt x="2726" y="1126"/>
                    <a:pt x="2740" y="1173"/>
                    <a:pt x="2740" y="1223"/>
                  </a:cubicBezTo>
                  <a:cubicBezTo>
                    <a:pt x="2740" y="1274"/>
                    <a:pt x="2726" y="1321"/>
                    <a:pt x="2701" y="1361"/>
                  </a:cubicBezTo>
                  <a:lnTo>
                    <a:pt x="2151" y="2315"/>
                  </a:lnTo>
                  <a:close/>
                </a:path>
              </a:pathLst>
            </a:custGeom>
            <a:solidFill>
              <a:srgbClr val="0070C0"/>
            </a:solidFill>
            <a:ln w="9525" cap="flat">
              <a:noFill/>
              <a:prstDash val="solid"/>
              <a:miter lim="800000"/>
            </a:ln>
          </p:spPr>
          <p:txBody>
            <a:bodyPr vert="horz" wrap="square" lIns="121920" tIns="60960" rIns="121920" bIns="60960" numCol="1" anchor="t" anchorCtr="0" compatLnSpc="1"/>
            <a:lstStyle/>
            <a:p>
              <a:endParaRPr lang="zh-CN" altLang="en-US" sz="2400" dirty="0">
                <a:cs typeface="+mn-ea"/>
                <a:sym typeface="+mn-lt"/>
              </a:endParaRPr>
            </a:p>
          </p:txBody>
        </p:sp>
        <p:sp>
          <p:nvSpPr>
            <p:cNvPr id="9" name="KSO_Shape"/>
            <p:cNvSpPr/>
            <p:nvPr/>
          </p:nvSpPr>
          <p:spPr bwMode="auto">
            <a:xfrm>
              <a:off x="4711293" y="2236765"/>
              <a:ext cx="275742" cy="189342"/>
            </a:xfrm>
            <a:custGeom>
              <a:avLst/>
              <a:gdLst>
                <a:gd name="T0" fmla="*/ 2147483646 w 112"/>
                <a:gd name="T1" fmla="*/ 2147483646 h 77"/>
                <a:gd name="T2" fmla="*/ 2147483646 w 112"/>
                <a:gd name="T3" fmla="*/ 2147483646 h 77"/>
                <a:gd name="T4" fmla="*/ 2147483646 w 112"/>
                <a:gd name="T5" fmla="*/ 2147483646 h 77"/>
                <a:gd name="T6" fmla="*/ 2147483646 w 112"/>
                <a:gd name="T7" fmla="*/ 2147483646 h 77"/>
                <a:gd name="T8" fmla="*/ 2147483646 w 112"/>
                <a:gd name="T9" fmla="*/ 2147483646 h 77"/>
                <a:gd name="T10" fmla="*/ 0 w 112"/>
                <a:gd name="T11" fmla="*/ 2147483646 h 77"/>
                <a:gd name="T12" fmla="*/ 2147483646 w 112"/>
                <a:gd name="T13" fmla="*/ 2147483646 h 77"/>
                <a:gd name="T14" fmla="*/ 2147483646 w 112"/>
                <a:gd name="T15" fmla="*/ 2147483646 h 77"/>
                <a:gd name="T16" fmla="*/ 2147483646 w 112"/>
                <a:gd name="T17" fmla="*/ 2147483646 h 77"/>
                <a:gd name="T18" fmla="*/ 2147483646 w 112"/>
                <a:gd name="T19" fmla="*/ 2147483646 h 77"/>
                <a:gd name="T20" fmla="*/ 2147483646 w 112"/>
                <a:gd name="T21" fmla="*/ 2147483646 h 77"/>
                <a:gd name="T22" fmla="*/ 2147483646 w 112"/>
                <a:gd name="T23" fmla="*/ 2147483646 h 77"/>
                <a:gd name="T24" fmla="*/ 2147483646 w 112"/>
                <a:gd name="T25" fmla="*/ 2147483646 h 77"/>
                <a:gd name="T26" fmla="*/ 2147483646 w 112"/>
                <a:gd name="T27" fmla="*/ 2147483646 h 77"/>
                <a:gd name="T28" fmla="*/ 2147483646 w 112"/>
                <a:gd name="T29" fmla="*/ 2147483646 h 77"/>
                <a:gd name="T30" fmla="*/ 2147483646 w 112"/>
                <a:gd name="T31" fmla="*/ 2147483646 h 77"/>
                <a:gd name="T32" fmla="*/ 2147483646 w 112"/>
                <a:gd name="T33" fmla="*/ 2147483646 h 77"/>
                <a:gd name="T34" fmla="*/ 2147483646 w 112"/>
                <a:gd name="T35" fmla="*/ 2147483646 h 77"/>
                <a:gd name="T36" fmla="*/ 2147483646 w 112"/>
                <a:gd name="T37" fmla="*/ 2147483646 h 77"/>
                <a:gd name="T38" fmla="*/ 2147483646 w 112"/>
                <a:gd name="T39" fmla="*/ 2147483646 h 77"/>
                <a:gd name="T40" fmla="*/ 2147483646 w 112"/>
                <a:gd name="T41" fmla="*/ 2147483646 h 77"/>
                <a:gd name="T42" fmla="*/ 2147483646 w 112"/>
                <a:gd name="T43" fmla="*/ 2147483646 h 77"/>
                <a:gd name="T44" fmla="*/ 2147483646 w 112"/>
                <a:gd name="T45" fmla="*/ 2147483646 h 77"/>
                <a:gd name="T46" fmla="*/ 2147483646 w 112"/>
                <a:gd name="T47" fmla="*/ 2147483646 h 77"/>
                <a:gd name="T48" fmla="*/ 2147483646 w 112"/>
                <a:gd name="T49" fmla="*/ 2147483646 h 77"/>
                <a:gd name="T50" fmla="*/ 2147483646 w 112"/>
                <a:gd name="T51" fmla="*/ 2147483646 h 77"/>
                <a:gd name="T52" fmla="*/ 2147483646 w 112"/>
                <a:gd name="T53" fmla="*/ 2147483646 h 77"/>
                <a:gd name="T54" fmla="*/ 2147483646 w 112"/>
                <a:gd name="T55" fmla="*/ 2147483646 h 77"/>
                <a:gd name="T56" fmla="*/ 2147483646 w 112"/>
                <a:gd name="T57" fmla="*/ 2147483646 h 77"/>
                <a:gd name="T58" fmla="*/ 2147483646 w 112"/>
                <a:gd name="T59" fmla="*/ 2147483646 h 77"/>
                <a:gd name="T60" fmla="*/ 2147483646 w 112"/>
                <a:gd name="T61" fmla="*/ 2147483646 h 77"/>
                <a:gd name="T62" fmla="*/ 2147483646 w 112"/>
                <a:gd name="T63" fmla="*/ 2147483646 h 77"/>
                <a:gd name="T64" fmla="*/ 2147483646 w 112"/>
                <a:gd name="T65" fmla="*/ 2147483646 h 77"/>
                <a:gd name="T66" fmla="*/ 2147483646 w 112"/>
                <a:gd name="T67" fmla="*/ 2147483646 h 77"/>
                <a:gd name="T68" fmla="*/ 2147483646 w 112"/>
                <a:gd name="T69" fmla="*/ 2147483646 h 77"/>
                <a:gd name="T70" fmla="*/ 2147483646 w 112"/>
                <a:gd name="T71" fmla="*/ 2147483646 h 77"/>
                <a:gd name="T72" fmla="*/ 2147483646 w 112"/>
                <a:gd name="T73" fmla="*/ 2147483646 h 77"/>
                <a:gd name="T74" fmla="*/ 2147483646 w 112"/>
                <a:gd name="T75" fmla="*/ 2147483646 h 77"/>
                <a:gd name="T76" fmla="*/ 2147483646 w 112"/>
                <a:gd name="T77" fmla="*/ 2147483646 h 77"/>
                <a:gd name="T78" fmla="*/ 2147483646 w 112"/>
                <a:gd name="T79" fmla="*/ 2147483646 h 77"/>
                <a:gd name="T80" fmla="*/ 2147483646 w 112"/>
                <a:gd name="T81" fmla="*/ 2147483646 h 77"/>
                <a:gd name="T82" fmla="*/ 2147483646 w 112"/>
                <a:gd name="T83" fmla="*/ 2147483646 h 77"/>
                <a:gd name="T84" fmla="*/ 2147483646 w 112"/>
                <a:gd name="T85" fmla="*/ 2147483646 h 77"/>
                <a:gd name="T86" fmla="*/ 2147483646 w 112"/>
                <a:gd name="T87" fmla="*/ 2147483646 h 77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</a:gdLst>
              <a:ahLst/>
              <a:cxnLst>
                <a:cxn ang="T88">
                  <a:pos x="T0" y="T1"/>
                </a:cxn>
                <a:cxn ang="T89">
                  <a:pos x="T2" y="T3"/>
                </a:cxn>
                <a:cxn ang="T90">
                  <a:pos x="T4" y="T5"/>
                </a:cxn>
                <a:cxn ang="T91">
                  <a:pos x="T6" y="T7"/>
                </a:cxn>
                <a:cxn ang="T92">
                  <a:pos x="T8" y="T9"/>
                </a:cxn>
                <a:cxn ang="T93">
                  <a:pos x="T10" y="T11"/>
                </a:cxn>
                <a:cxn ang="T94">
                  <a:pos x="T12" y="T13"/>
                </a:cxn>
                <a:cxn ang="T95">
                  <a:pos x="T14" y="T15"/>
                </a:cxn>
                <a:cxn ang="T96">
                  <a:pos x="T16" y="T17"/>
                </a:cxn>
                <a:cxn ang="T97">
                  <a:pos x="T18" y="T19"/>
                </a:cxn>
                <a:cxn ang="T98">
                  <a:pos x="T20" y="T21"/>
                </a:cxn>
                <a:cxn ang="T99">
                  <a:pos x="T22" y="T23"/>
                </a:cxn>
                <a:cxn ang="T100">
                  <a:pos x="T24" y="T25"/>
                </a:cxn>
                <a:cxn ang="T101">
                  <a:pos x="T26" y="T27"/>
                </a:cxn>
                <a:cxn ang="T102">
                  <a:pos x="T28" y="T29"/>
                </a:cxn>
                <a:cxn ang="T103">
                  <a:pos x="T30" y="T31"/>
                </a:cxn>
                <a:cxn ang="T104">
                  <a:pos x="T32" y="T33"/>
                </a:cxn>
                <a:cxn ang="T105">
                  <a:pos x="T34" y="T35"/>
                </a:cxn>
                <a:cxn ang="T106">
                  <a:pos x="T36" y="T37"/>
                </a:cxn>
                <a:cxn ang="T107">
                  <a:pos x="T38" y="T39"/>
                </a:cxn>
                <a:cxn ang="T108">
                  <a:pos x="T40" y="T41"/>
                </a:cxn>
                <a:cxn ang="T109">
                  <a:pos x="T42" y="T43"/>
                </a:cxn>
                <a:cxn ang="T110">
                  <a:pos x="T44" y="T45"/>
                </a:cxn>
                <a:cxn ang="T111">
                  <a:pos x="T46" y="T47"/>
                </a:cxn>
                <a:cxn ang="T112">
                  <a:pos x="T48" y="T49"/>
                </a:cxn>
                <a:cxn ang="T113">
                  <a:pos x="T50" y="T51"/>
                </a:cxn>
                <a:cxn ang="T114">
                  <a:pos x="T52" y="T53"/>
                </a:cxn>
                <a:cxn ang="T115">
                  <a:pos x="T54" y="T55"/>
                </a:cxn>
                <a:cxn ang="T116">
                  <a:pos x="T56" y="T57"/>
                </a:cxn>
                <a:cxn ang="T117">
                  <a:pos x="T58" y="T59"/>
                </a:cxn>
                <a:cxn ang="T118">
                  <a:pos x="T60" y="T61"/>
                </a:cxn>
                <a:cxn ang="T119">
                  <a:pos x="T62" y="T63"/>
                </a:cxn>
                <a:cxn ang="T120">
                  <a:pos x="T64" y="T65"/>
                </a:cxn>
                <a:cxn ang="T121">
                  <a:pos x="T66" y="T67"/>
                </a:cxn>
                <a:cxn ang="T122">
                  <a:pos x="T68" y="T69"/>
                </a:cxn>
                <a:cxn ang="T123">
                  <a:pos x="T70" y="T71"/>
                </a:cxn>
                <a:cxn ang="T124">
                  <a:pos x="T72" y="T73"/>
                </a:cxn>
                <a:cxn ang="T125">
                  <a:pos x="T74" y="T75"/>
                </a:cxn>
                <a:cxn ang="T126">
                  <a:pos x="T76" y="T77"/>
                </a:cxn>
                <a:cxn ang="T127">
                  <a:pos x="T78" y="T79"/>
                </a:cxn>
                <a:cxn ang="T128">
                  <a:pos x="T80" y="T81"/>
                </a:cxn>
                <a:cxn ang="T129">
                  <a:pos x="T82" y="T83"/>
                </a:cxn>
                <a:cxn ang="T130">
                  <a:pos x="T84" y="T85"/>
                </a:cxn>
                <a:cxn ang="T131">
                  <a:pos x="T86" y="T87"/>
                </a:cxn>
              </a:cxnLst>
              <a:rect l="0" t="0" r="r" b="b"/>
              <a:pathLst>
                <a:path w="112" h="77">
                  <a:moveTo>
                    <a:pt x="56" y="0"/>
                  </a:moveTo>
                  <a:cubicBezTo>
                    <a:pt x="62" y="0"/>
                    <a:pt x="66" y="4"/>
                    <a:pt x="66" y="10"/>
                  </a:cubicBezTo>
                  <a:cubicBezTo>
                    <a:pt x="66" y="15"/>
                    <a:pt x="62" y="20"/>
                    <a:pt x="56" y="20"/>
                  </a:cubicBezTo>
                  <a:cubicBezTo>
                    <a:pt x="51" y="20"/>
                    <a:pt x="46" y="15"/>
                    <a:pt x="46" y="10"/>
                  </a:cubicBezTo>
                  <a:cubicBezTo>
                    <a:pt x="46" y="4"/>
                    <a:pt x="51" y="0"/>
                    <a:pt x="56" y="0"/>
                  </a:cubicBezTo>
                  <a:close/>
                  <a:moveTo>
                    <a:pt x="15" y="49"/>
                  </a:moveTo>
                  <a:cubicBezTo>
                    <a:pt x="15" y="66"/>
                    <a:pt x="15" y="66"/>
                    <a:pt x="15" y="66"/>
                  </a:cubicBezTo>
                  <a:cubicBezTo>
                    <a:pt x="10" y="66"/>
                    <a:pt x="10" y="66"/>
                    <a:pt x="10" y="66"/>
                  </a:cubicBezTo>
                  <a:cubicBezTo>
                    <a:pt x="10" y="52"/>
                    <a:pt x="10" y="52"/>
                    <a:pt x="10" y="52"/>
                  </a:cubicBezTo>
                  <a:cubicBezTo>
                    <a:pt x="9" y="52"/>
                    <a:pt x="9" y="52"/>
                    <a:pt x="9" y="52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4" y="66"/>
                    <a:pt x="4" y="66"/>
                    <a:pt x="4" y="66"/>
                  </a:cubicBezTo>
                  <a:cubicBezTo>
                    <a:pt x="4" y="49"/>
                    <a:pt x="4" y="49"/>
                    <a:pt x="4" y="49"/>
                  </a:cubicBezTo>
                  <a:cubicBezTo>
                    <a:pt x="4" y="46"/>
                    <a:pt x="4" y="46"/>
                    <a:pt x="4" y="46"/>
                  </a:cubicBezTo>
                  <a:cubicBezTo>
                    <a:pt x="4" y="37"/>
                    <a:pt x="4" y="37"/>
                    <a:pt x="4" y="37"/>
                  </a:cubicBezTo>
                  <a:cubicBezTo>
                    <a:pt x="4" y="37"/>
                    <a:pt x="4" y="37"/>
                    <a:pt x="4" y="37"/>
                  </a:cubicBezTo>
                  <a:cubicBezTo>
                    <a:pt x="4" y="46"/>
                    <a:pt x="4" y="46"/>
                    <a:pt x="4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31"/>
                    <a:pt x="1" y="29"/>
                    <a:pt x="4" y="29"/>
                  </a:cubicBezTo>
                  <a:cubicBezTo>
                    <a:pt x="13" y="29"/>
                    <a:pt x="13" y="29"/>
                    <a:pt x="13" y="29"/>
                  </a:cubicBezTo>
                  <a:cubicBezTo>
                    <a:pt x="13" y="30"/>
                    <a:pt x="13" y="30"/>
                    <a:pt x="13" y="31"/>
                  </a:cubicBezTo>
                  <a:cubicBezTo>
                    <a:pt x="13" y="49"/>
                    <a:pt x="13" y="49"/>
                    <a:pt x="13" y="49"/>
                  </a:cubicBezTo>
                  <a:cubicBezTo>
                    <a:pt x="15" y="49"/>
                    <a:pt x="15" y="49"/>
                    <a:pt x="15" y="49"/>
                  </a:cubicBezTo>
                  <a:close/>
                  <a:moveTo>
                    <a:pt x="10" y="15"/>
                  </a:moveTo>
                  <a:cubicBezTo>
                    <a:pt x="13" y="15"/>
                    <a:pt x="16" y="18"/>
                    <a:pt x="16" y="22"/>
                  </a:cubicBezTo>
                  <a:cubicBezTo>
                    <a:pt x="16" y="23"/>
                    <a:pt x="16" y="24"/>
                    <a:pt x="15" y="25"/>
                  </a:cubicBezTo>
                  <a:cubicBezTo>
                    <a:pt x="15" y="26"/>
                    <a:pt x="15" y="26"/>
                    <a:pt x="14" y="26"/>
                  </a:cubicBezTo>
                  <a:cubicBezTo>
                    <a:pt x="13" y="27"/>
                    <a:pt x="12" y="28"/>
                    <a:pt x="10" y="28"/>
                  </a:cubicBezTo>
                  <a:cubicBezTo>
                    <a:pt x="6" y="28"/>
                    <a:pt x="3" y="25"/>
                    <a:pt x="3" y="22"/>
                  </a:cubicBezTo>
                  <a:cubicBezTo>
                    <a:pt x="3" y="18"/>
                    <a:pt x="6" y="15"/>
                    <a:pt x="10" y="15"/>
                  </a:cubicBezTo>
                  <a:close/>
                  <a:moveTo>
                    <a:pt x="96" y="49"/>
                  </a:moveTo>
                  <a:cubicBezTo>
                    <a:pt x="96" y="66"/>
                    <a:pt x="96" y="66"/>
                    <a:pt x="96" y="66"/>
                  </a:cubicBezTo>
                  <a:cubicBezTo>
                    <a:pt x="101" y="66"/>
                    <a:pt x="101" y="66"/>
                    <a:pt x="101" y="66"/>
                  </a:cubicBezTo>
                  <a:cubicBezTo>
                    <a:pt x="101" y="52"/>
                    <a:pt x="101" y="52"/>
                    <a:pt x="101" y="52"/>
                  </a:cubicBezTo>
                  <a:cubicBezTo>
                    <a:pt x="102" y="52"/>
                    <a:pt x="102" y="52"/>
                    <a:pt x="102" y="52"/>
                  </a:cubicBezTo>
                  <a:cubicBezTo>
                    <a:pt x="102" y="66"/>
                    <a:pt x="102" y="66"/>
                    <a:pt x="102" y="66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07" y="49"/>
                    <a:pt x="107" y="49"/>
                    <a:pt x="107" y="49"/>
                  </a:cubicBezTo>
                  <a:cubicBezTo>
                    <a:pt x="107" y="46"/>
                    <a:pt x="107" y="46"/>
                    <a:pt x="107" y="46"/>
                  </a:cubicBezTo>
                  <a:cubicBezTo>
                    <a:pt x="107" y="37"/>
                    <a:pt x="107" y="37"/>
                    <a:pt x="107" y="37"/>
                  </a:cubicBezTo>
                  <a:cubicBezTo>
                    <a:pt x="107" y="37"/>
                    <a:pt x="107" y="37"/>
                    <a:pt x="107" y="37"/>
                  </a:cubicBezTo>
                  <a:cubicBezTo>
                    <a:pt x="107" y="46"/>
                    <a:pt x="107" y="46"/>
                    <a:pt x="107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2" y="31"/>
                    <a:pt x="110" y="29"/>
                    <a:pt x="107" y="29"/>
                  </a:cubicBezTo>
                  <a:cubicBezTo>
                    <a:pt x="98" y="29"/>
                    <a:pt x="98" y="29"/>
                    <a:pt x="98" y="29"/>
                  </a:cubicBezTo>
                  <a:cubicBezTo>
                    <a:pt x="98" y="30"/>
                    <a:pt x="98" y="30"/>
                    <a:pt x="98" y="31"/>
                  </a:cubicBezTo>
                  <a:cubicBezTo>
                    <a:pt x="98" y="49"/>
                    <a:pt x="98" y="49"/>
                    <a:pt x="98" y="49"/>
                  </a:cubicBezTo>
                  <a:cubicBezTo>
                    <a:pt x="96" y="49"/>
                    <a:pt x="96" y="49"/>
                    <a:pt x="96" y="49"/>
                  </a:cubicBezTo>
                  <a:close/>
                  <a:moveTo>
                    <a:pt x="101" y="15"/>
                  </a:moveTo>
                  <a:cubicBezTo>
                    <a:pt x="98" y="15"/>
                    <a:pt x="95" y="18"/>
                    <a:pt x="95" y="22"/>
                  </a:cubicBezTo>
                  <a:cubicBezTo>
                    <a:pt x="95" y="23"/>
                    <a:pt x="95" y="24"/>
                    <a:pt x="96" y="25"/>
                  </a:cubicBezTo>
                  <a:cubicBezTo>
                    <a:pt x="96" y="26"/>
                    <a:pt x="97" y="26"/>
                    <a:pt x="97" y="26"/>
                  </a:cubicBezTo>
                  <a:cubicBezTo>
                    <a:pt x="98" y="27"/>
                    <a:pt x="100" y="28"/>
                    <a:pt x="101" y="28"/>
                  </a:cubicBezTo>
                  <a:cubicBezTo>
                    <a:pt x="105" y="28"/>
                    <a:pt x="108" y="25"/>
                    <a:pt x="108" y="22"/>
                  </a:cubicBezTo>
                  <a:cubicBezTo>
                    <a:pt x="108" y="18"/>
                    <a:pt x="105" y="15"/>
                    <a:pt x="101" y="15"/>
                  </a:cubicBezTo>
                  <a:close/>
                  <a:moveTo>
                    <a:pt x="75" y="51"/>
                  </a:moveTo>
                  <a:cubicBezTo>
                    <a:pt x="75" y="72"/>
                    <a:pt x="75" y="72"/>
                    <a:pt x="75" y="72"/>
                  </a:cubicBezTo>
                  <a:cubicBezTo>
                    <a:pt x="80" y="72"/>
                    <a:pt x="80" y="72"/>
                    <a:pt x="80" y="72"/>
                  </a:cubicBezTo>
                  <a:cubicBezTo>
                    <a:pt x="80" y="54"/>
                    <a:pt x="80" y="54"/>
                    <a:pt x="80" y="54"/>
                  </a:cubicBezTo>
                  <a:cubicBezTo>
                    <a:pt x="82" y="54"/>
                    <a:pt x="82" y="54"/>
                    <a:pt x="82" y="54"/>
                  </a:cubicBezTo>
                  <a:cubicBezTo>
                    <a:pt x="82" y="72"/>
                    <a:pt x="82" y="72"/>
                    <a:pt x="82" y="72"/>
                  </a:cubicBezTo>
                  <a:cubicBezTo>
                    <a:pt x="87" y="72"/>
                    <a:pt x="87" y="72"/>
                    <a:pt x="87" y="72"/>
                  </a:cubicBezTo>
                  <a:cubicBezTo>
                    <a:pt x="87" y="51"/>
                    <a:pt x="87" y="51"/>
                    <a:pt x="87" y="51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7" y="36"/>
                    <a:pt x="87" y="36"/>
                    <a:pt x="87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4" y="31"/>
                    <a:pt x="94" y="31"/>
                    <a:pt x="94" y="31"/>
                  </a:cubicBezTo>
                  <a:cubicBezTo>
                    <a:pt x="94" y="28"/>
                    <a:pt x="91" y="26"/>
                    <a:pt x="88" y="26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7" y="27"/>
                    <a:pt x="77" y="28"/>
                    <a:pt x="77" y="28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5" y="51"/>
                    <a:pt x="75" y="51"/>
                    <a:pt x="75" y="51"/>
                  </a:cubicBezTo>
                  <a:close/>
                  <a:moveTo>
                    <a:pt x="65" y="47"/>
                  </a:moveTo>
                  <a:cubicBezTo>
                    <a:pt x="65" y="32"/>
                    <a:pt x="65" y="32"/>
                    <a:pt x="65" y="32"/>
                  </a:cubicBezTo>
                  <a:cubicBezTo>
                    <a:pt x="64" y="32"/>
                    <a:pt x="64" y="32"/>
                    <a:pt x="64" y="32"/>
                  </a:cubicBezTo>
                  <a:cubicBezTo>
                    <a:pt x="64" y="47"/>
                    <a:pt x="64" y="47"/>
                    <a:pt x="64" y="47"/>
                  </a:cubicBezTo>
                  <a:cubicBezTo>
                    <a:pt x="64" y="50"/>
                    <a:pt x="64" y="50"/>
                    <a:pt x="64" y="50"/>
                  </a:cubicBezTo>
                  <a:cubicBezTo>
                    <a:pt x="64" y="77"/>
                    <a:pt x="64" y="77"/>
                    <a:pt x="64" y="77"/>
                  </a:cubicBezTo>
                  <a:cubicBezTo>
                    <a:pt x="57" y="77"/>
                    <a:pt x="57" y="77"/>
                    <a:pt x="57" y="77"/>
                  </a:cubicBezTo>
                  <a:cubicBezTo>
                    <a:pt x="57" y="55"/>
                    <a:pt x="57" y="55"/>
                    <a:pt x="57" y="55"/>
                  </a:cubicBezTo>
                  <a:cubicBezTo>
                    <a:pt x="55" y="55"/>
                    <a:pt x="55" y="55"/>
                    <a:pt x="55" y="55"/>
                  </a:cubicBezTo>
                  <a:cubicBezTo>
                    <a:pt x="55" y="77"/>
                    <a:pt x="55" y="77"/>
                    <a:pt x="55" y="77"/>
                  </a:cubicBezTo>
                  <a:cubicBezTo>
                    <a:pt x="48" y="77"/>
                    <a:pt x="48" y="77"/>
                    <a:pt x="48" y="77"/>
                  </a:cubicBezTo>
                  <a:cubicBezTo>
                    <a:pt x="48" y="50"/>
                    <a:pt x="48" y="50"/>
                    <a:pt x="48" y="50"/>
                  </a:cubicBezTo>
                  <a:cubicBezTo>
                    <a:pt x="48" y="47"/>
                    <a:pt x="48" y="47"/>
                    <a:pt x="48" y="47"/>
                  </a:cubicBezTo>
                  <a:cubicBezTo>
                    <a:pt x="48" y="32"/>
                    <a:pt x="48" y="32"/>
                    <a:pt x="48" y="32"/>
                  </a:cubicBezTo>
                  <a:cubicBezTo>
                    <a:pt x="47" y="32"/>
                    <a:pt x="47" y="32"/>
                    <a:pt x="47" y="32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27"/>
                    <a:pt x="41" y="27"/>
                    <a:pt x="41" y="27"/>
                  </a:cubicBezTo>
                  <a:cubicBezTo>
                    <a:pt x="41" y="24"/>
                    <a:pt x="44" y="21"/>
                    <a:pt x="47" y="21"/>
                  </a:cubicBezTo>
                  <a:cubicBezTo>
                    <a:pt x="66" y="21"/>
                    <a:pt x="46" y="21"/>
                    <a:pt x="65" y="21"/>
                  </a:cubicBezTo>
                  <a:cubicBezTo>
                    <a:pt x="69" y="21"/>
                    <a:pt x="71" y="24"/>
                    <a:pt x="71" y="27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0" y="47"/>
                    <a:pt x="68" y="47"/>
                    <a:pt x="65" y="47"/>
                  </a:cubicBezTo>
                  <a:close/>
                  <a:moveTo>
                    <a:pt x="37" y="51"/>
                  </a:moveTo>
                  <a:cubicBezTo>
                    <a:pt x="37" y="72"/>
                    <a:pt x="37" y="72"/>
                    <a:pt x="37" y="72"/>
                  </a:cubicBezTo>
                  <a:cubicBezTo>
                    <a:pt x="31" y="72"/>
                    <a:pt x="31" y="72"/>
                    <a:pt x="31" y="72"/>
                  </a:cubicBezTo>
                  <a:cubicBezTo>
                    <a:pt x="31" y="54"/>
                    <a:pt x="31" y="54"/>
                    <a:pt x="31" y="54"/>
                  </a:cubicBezTo>
                  <a:cubicBezTo>
                    <a:pt x="30" y="54"/>
                    <a:pt x="30" y="54"/>
                    <a:pt x="30" y="54"/>
                  </a:cubicBezTo>
                  <a:cubicBezTo>
                    <a:pt x="30" y="72"/>
                    <a:pt x="30" y="72"/>
                    <a:pt x="3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4" y="51"/>
                    <a:pt x="24" y="51"/>
                    <a:pt x="24" y="51"/>
                  </a:cubicBezTo>
                  <a:cubicBezTo>
                    <a:pt x="24" y="47"/>
                    <a:pt x="24" y="47"/>
                    <a:pt x="24" y="47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3" y="36"/>
                    <a:pt x="23" y="36"/>
                    <a:pt x="23" y="36"/>
                  </a:cubicBezTo>
                  <a:cubicBezTo>
                    <a:pt x="23" y="47"/>
                    <a:pt x="23" y="47"/>
                    <a:pt x="23" y="47"/>
                  </a:cubicBezTo>
                  <a:cubicBezTo>
                    <a:pt x="18" y="47"/>
                    <a:pt x="18" y="47"/>
                    <a:pt x="18" y="47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28"/>
                    <a:pt x="20" y="26"/>
                    <a:pt x="23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7"/>
                    <a:pt x="35" y="28"/>
                    <a:pt x="35" y="28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7" y="51"/>
                    <a:pt x="37" y="51"/>
                    <a:pt x="37" y="51"/>
                  </a:cubicBezTo>
                  <a:close/>
                  <a:moveTo>
                    <a:pt x="31" y="9"/>
                  </a:moveTo>
                  <a:cubicBezTo>
                    <a:pt x="35" y="9"/>
                    <a:pt x="39" y="12"/>
                    <a:pt x="39" y="17"/>
                  </a:cubicBezTo>
                  <a:cubicBezTo>
                    <a:pt x="39" y="19"/>
                    <a:pt x="38" y="20"/>
                    <a:pt x="37" y="22"/>
                  </a:cubicBezTo>
                  <a:cubicBezTo>
                    <a:pt x="37" y="22"/>
                    <a:pt x="37" y="22"/>
                    <a:pt x="37" y="23"/>
                  </a:cubicBezTo>
                  <a:cubicBezTo>
                    <a:pt x="35" y="24"/>
                    <a:pt x="33" y="25"/>
                    <a:pt x="31" y="25"/>
                  </a:cubicBezTo>
                  <a:cubicBezTo>
                    <a:pt x="26" y="25"/>
                    <a:pt x="22" y="21"/>
                    <a:pt x="22" y="17"/>
                  </a:cubicBezTo>
                  <a:cubicBezTo>
                    <a:pt x="22" y="12"/>
                    <a:pt x="26" y="9"/>
                    <a:pt x="31" y="9"/>
                  </a:cubicBezTo>
                  <a:close/>
                  <a:moveTo>
                    <a:pt x="81" y="9"/>
                  </a:moveTo>
                  <a:cubicBezTo>
                    <a:pt x="76" y="9"/>
                    <a:pt x="73" y="12"/>
                    <a:pt x="73" y="17"/>
                  </a:cubicBezTo>
                  <a:cubicBezTo>
                    <a:pt x="73" y="19"/>
                    <a:pt x="73" y="20"/>
                    <a:pt x="74" y="22"/>
                  </a:cubicBezTo>
                  <a:cubicBezTo>
                    <a:pt x="75" y="22"/>
                    <a:pt x="75" y="22"/>
                    <a:pt x="75" y="23"/>
                  </a:cubicBezTo>
                  <a:cubicBezTo>
                    <a:pt x="77" y="24"/>
                    <a:pt x="79" y="25"/>
                    <a:pt x="81" y="25"/>
                  </a:cubicBezTo>
                  <a:cubicBezTo>
                    <a:pt x="85" y="25"/>
                    <a:pt x="89" y="21"/>
                    <a:pt x="89" y="17"/>
                  </a:cubicBezTo>
                  <a:cubicBezTo>
                    <a:pt x="89" y="12"/>
                    <a:pt x="85" y="9"/>
                    <a:pt x="81" y="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anchor="ctr">
              <a:scene3d>
                <a:camera prst="orthographicFront"/>
                <a:lightRig rig="threePt" dir="t"/>
              </a:scene3d>
              <a:sp3d contourW="12700">
                <a:contourClr>
                  <a:srgbClr val="FFFFFF"/>
                </a:contourClr>
              </a:sp3d>
            </a:bodyPr>
            <a:lstStyle/>
            <a:p>
              <a:pPr algn="ctr">
                <a:defRPr/>
              </a:pPr>
              <a:endParaRPr lang="zh-CN" altLang="en-US" sz="2400" dirty="0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0"/>
                            </p:stCondLst>
                            <p:childTnLst>
                              <p:par>
                                <p:cTn id="20" presetID="49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  <p:bldP spid="3" grpId="0" bldLvl="0" animBg="1"/>
      <p:bldP spid="4" grpId="0"/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CEE配色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579E40"/>
      </a:accent1>
      <a:accent2>
        <a:srgbClr val="5E9768"/>
      </a:accent2>
      <a:accent3>
        <a:srgbClr val="549183"/>
      </a:accent3>
      <a:accent4>
        <a:srgbClr val="498B9E"/>
      </a:accent4>
      <a:accent5>
        <a:srgbClr val="3E85B9"/>
      </a:accent5>
      <a:accent6>
        <a:srgbClr val="0084CC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</Words>
  <Application>WPS 演示</Application>
  <PresentationFormat>宽屏</PresentationFormat>
  <Paragraphs>22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20" baseType="lpstr">
      <vt:lpstr>Arial</vt:lpstr>
      <vt:lpstr>宋体</vt:lpstr>
      <vt:lpstr>Wingdings</vt:lpstr>
      <vt:lpstr>等线</vt:lpstr>
      <vt:lpstr>汉仪中等线KW</vt:lpstr>
      <vt:lpstr>微软雅黑</vt:lpstr>
      <vt:lpstr>汉仪旗黑</vt:lpstr>
      <vt:lpstr>Arial Unicode MS</vt:lpstr>
      <vt:lpstr>等线 Light</vt:lpstr>
      <vt:lpstr>Calibri</vt:lpstr>
      <vt:lpstr>Helvetica Neue</vt:lpstr>
      <vt:lpstr>Arial</vt:lpstr>
      <vt:lpstr>Noto Sans SC</vt:lpstr>
      <vt:lpstr>苹方-简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世界先生</dc:creator>
  <cp:lastModifiedBy>周大添</cp:lastModifiedBy>
  <cp:revision>2</cp:revision>
  <dcterms:created xsi:type="dcterms:W3CDTF">2026-07-13T02:19:28Z</dcterms:created>
  <dcterms:modified xsi:type="dcterms:W3CDTF">2026-07-13T02:19:28Z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27C644C494A90DE6304B546AC010934B_42</vt:lpwstr>
  </property>
</Properties>
</file>